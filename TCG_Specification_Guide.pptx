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09728"/>
            <a:ext cx="2560320" cy="503377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09728"/>
            <a:ext cx="54864" cy="50337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 Storage Security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Guide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· Opal · Opalite · Pyrite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개발에 필요한 TCG 문서 계층 구조 및 SSC 비교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640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Spec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14447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20840" y="22494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30540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3858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910328"/>
            <a:ext cx="8229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trustedcomputinggroup.org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계층 구조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 Storage 스펙은 4개 레이어로 구성되며, 모든 SSC는 동일한 기반 위에 정의됩니다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9144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115568"/>
            <a:ext cx="824788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612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1152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Spec v2.01  +  SIIS v1.11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20700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SSC의 공통 기반 — 토큰 인코딩, Session, Method, NVMe 인터페이스 매핑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048256"/>
            <a:ext cx="9144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048256"/>
            <a:ext cx="824788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0939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Specifications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 · Ruby · Opalite · Pyrite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1396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대상 디바이스 클래스별 프로파일 — 기능 범위, Admin/User 수, 암호화 요구사항 정의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91440" cy="749808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980944"/>
            <a:ext cx="824788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0266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328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PSID · Block SID · Additional DataStore · 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307238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SSC의 기능을 확장하는 모듈식 추가 스펙 — Mandatory/Optional 여부는 SSC마다 다름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913632"/>
            <a:ext cx="9144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3913632"/>
            <a:ext cx="824788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9593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3950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&amp; Notes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261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 Family Test Cases · Integration Guidelines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40050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컴플라이언스 검증 및 실제 구현 워크플로 가이드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10328"/>
            <a:ext cx="8229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TCG Storage Specification Guide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320040" cy="50337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0" y="21945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— 반드시 읽어야 하는 기반 문서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SSC(Opal, Ruby, Opalite, Pyrite)가 공통으로 참조하는 최상위 기반 스펙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05840"/>
            <a:ext cx="393192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155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TCG Storage Architecture Core Specification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572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9019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인코딩 (Tiny/Short/Medium/Long Atom)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2494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(Security Provider) 아키텍처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5968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/ Session / Authentication 구조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9443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SP / Locking SP 정의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291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ComPacket / Packet / SubPacket 계층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6393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Discovery 프로토콜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9867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(ACE, ACL) 메커니즘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005840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005840"/>
            <a:ext cx="40690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1155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TCG Storage Interface Interactions Spec (SIIS)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5727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1.11 (2023)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190195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/ ATA / SCSI 인터페이스 매핑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24942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IF-SEND / IF-RECV 명령 구조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59689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ID / ComID 처리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29443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Interface-specific 오류 코드 매핑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29184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TPer Reset / Stack Reset 처리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63931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Device Feature Set 연동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98678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Namespace 상호작용 정의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10328"/>
            <a:ext cx="8229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TCG Storage Specification Guide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320040" cy="50337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0" y="21945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Specifications — 구현 대상별 선택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SSC는 Core Spec의 서브셋으로, 디바이스 클래스(엔터프라이즈/클라이언트/경량)에 따라 선택합니다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20574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9692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13167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Client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618488"/>
            <a:ext cx="20574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v2.01 / v2.02 / v2.30(draft)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965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Admin / 8 User 권한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4414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이상 LBA Range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9169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10 MB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3924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 Shadowing 필수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86791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(AES-128/256) 필수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51760" y="960120"/>
            <a:ext cx="20574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0" y="9692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743200" y="13167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NVMe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51760" y="1618488"/>
            <a:ext cx="20574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v1.00 (2022)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1965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Admin / 1+ User 권한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0" y="24414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 Range + 옵션 추가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0" y="29169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128 KB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0" y="33924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PBA 선택적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0" y="386791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필수 / Block SID + PSID 필수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960120"/>
            <a:ext cx="2057400" cy="658368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9692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Opalite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892040" y="13167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경량 PC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1618488"/>
            <a:ext cx="20574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1965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Admin / 2 User 권한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24414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Range만 지원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29169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128 KB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33924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 Shadowing 필수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92040" y="386791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필수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49440" y="960120"/>
            <a:ext cx="2057400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40880" y="9692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Pyrite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040880" y="13167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 불필요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949440" y="1618488"/>
            <a:ext cx="20574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040880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v1.00 / v2.00 / v2.01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40880" y="1965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Admin / 2 User 권한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040880" y="24414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Range만 지원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040880" y="29169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128 KB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040880" y="33924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 Shadowing 선택적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040880" y="386791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 없음 (Access Control만)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910328"/>
            <a:ext cx="8229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TCG Storage Specification Guide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320040" cy="5033772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0" y="21945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Sets — SSC별 Mandatory / Optional 현황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685800"/>
            <a:ext cx="1737360" cy="256032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85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 Mandatory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685800"/>
            <a:ext cx="17373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685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Optional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685800"/>
            <a:ext cx="1737360" cy="25603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685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 N/A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024128"/>
            <a:ext cx="31089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24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03320" y="1024128"/>
            <a:ext cx="12801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0241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4920" y="1024128"/>
            <a:ext cx="12801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0241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1024128"/>
            <a:ext cx="12344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0241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Opalite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1024128"/>
            <a:ext cx="11887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10241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1371600"/>
            <a:ext cx="8458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13716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PSID Feature Set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49040" y="1463040"/>
            <a:ext cx="1188720" cy="292608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1463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M*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1463040"/>
            <a:ext cx="1188720" cy="292608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1463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1463040"/>
            <a:ext cx="11430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4630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18120" y="1463040"/>
            <a:ext cx="1097280" cy="292608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1463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M**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1865376"/>
            <a:ext cx="845820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86537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SID Authentication Feature Set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49040" y="1956816"/>
            <a:ext cx="1188720" cy="292608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19568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M***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0640" y="1956816"/>
            <a:ext cx="1188720" cy="292608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19568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92240" y="1956816"/>
            <a:ext cx="11430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195681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18120" y="1956816"/>
            <a:ext cx="1097280" cy="292608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19568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2359152"/>
            <a:ext cx="8458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23591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DataStore Tables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749040" y="2450592"/>
            <a:ext cx="1188720" cy="292608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0" y="2450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M****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20640" y="2450592"/>
            <a:ext cx="1188720" cy="29260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2450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92240" y="2450592"/>
            <a:ext cx="1143000" cy="29260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245059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818120" y="2450592"/>
            <a:ext cx="1097280" cy="29260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18120" y="24505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2920" y="2852928"/>
            <a:ext cx="845820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28529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MBR for Multiple Namespaces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749040" y="2944368"/>
            <a:ext cx="11887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0" y="29443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120640" y="2944368"/>
            <a:ext cx="11887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0" y="29443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92240" y="2944368"/>
            <a:ext cx="1143000" cy="29260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0" y="29443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818120" y="2944368"/>
            <a:ext cx="1097280" cy="29260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18120" y="29443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02920" y="3346704"/>
            <a:ext cx="8458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" y="334670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C_PIN Enhancements Feature Set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749040" y="3438144"/>
            <a:ext cx="11887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49040" y="34381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120640" y="3438144"/>
            <a:ext cx="1188720" cy="29260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0" y="34381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492240" y="3438144"/>
            <a:ext cx="1143000" cy="29260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92240" y="34381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818120" y="3438144"/>
            <a:ext cx="1097280" cy="29260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18120" y="34381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02920" y="3840480"/>
            <a:ext cx="845820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4360" y="38404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 Multiparty Authorization (MEK-MPA)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749040" y="3931920"/>
            <a:ext cx="11887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49040" y="3931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120640" y="3931920"/>
            <a:ext cx="11887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20640" y="3931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492240" y="3931920"/>
            <a:ext cx="1143000" cy="29260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92240" y="39319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818120" y="3931920"/>
            <a:ext cx="1097280" cy="29260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818120" y="3931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02920" y="47274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Opal v2.01부터 필수   ** Pyrite v2.00부터 필수   *** Opal v2.02부터 필수   **** Opal v2.00부터 필수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65760" y="4910328"/>
            <a:ext cx="8229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TCG Storage Specification Guide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핵심 차이 비교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874520" cy="36576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132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31720" y="713232"/>
            <a:ext cx="1645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713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 v2.01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69080" y="713232"/>
            <a:ext cx="1600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7132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v1.0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60720" y="713232"/>
            <a:ext cx="1554480" cy="36576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7132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Opalite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06640" y="713232"/>
            <a:ext cx="1554480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7132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Pyrite v2.0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111556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11556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 (FDE)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111556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69080" y="11155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11155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0" y="11155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1536192"/>
            <a:ext cx="8595360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53619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 Shadowing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15361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69080" y="153619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15361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15361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1956816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95681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195681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69080" y="195681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19568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19568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2377440"/>
            <a:ext cx="8595360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37744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31720" y="237744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069080" y="23774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1+옵션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60720" y="23774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06640" y="23774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2798064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79806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LBA Range 수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331720" y="279806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069080" y="27980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1(+옵션)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60720" y="27980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Global만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06640" y="27980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Global만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3218688"/>
            <a:ext cx="8595360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21868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331720" y="32186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MB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069080" y="3218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KB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760720" y="32186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KB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06640" y="32186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KB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363931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363931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PSID Feature Set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331720" y="36393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069080" y="363931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760720" y="36393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406640" y="36393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65760" y="4059936"/>
            <a:ext cx="8595360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0599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SID F/S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331720" y="40599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069080" y="405993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760720" y="40599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406640" y="40599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65760" y="448056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48056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용도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331720" y="44805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클라이언트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069080" y="448056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NVMe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760720" y="44805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경량 PC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406640" y="44805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 불필요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910328"/>
            <a:ext cx="8229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TCG Storage Specification Guide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/ Application Notes  &amp;  우선순위 가이드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5212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49808"/>
            <a:ext cx="36576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79552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 Storage Opal Family Test Cases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Opal/Ruby/Opalite/Pyrite 공통 컴플라이언스 테스트 케이스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5212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45920"/>
            <a:ext cx="36576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4592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6916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Note: Encrypting Drives Compliant with Opal SSC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0391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StartSession → Authenticate → Get/Set 전체 워크플로 예제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5212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42032"/>
            <a:ext cx="36576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42032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58775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Note: Encrypting Drives Compliant with Enterprise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9352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 SSC 구현 워크플로 참고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38144"/>
            <a:ext cx="5212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38144"/>
            <a:ext cx="36576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38144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4838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 Storage Opal Integration Guidelines  v1.00 r1.14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83133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SID/MSID 소유권 이전, Block SID, Sleep Mode 처리 가이드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749808"/>
            <a:ext cx="3017520" cy="35844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52160" y="8046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NVMe / OCP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0" y="13898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Core Specification v2.01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186537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SIIS v1.11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234086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Ruby SSC v1.00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281635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PSID Feature Set v1.00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32918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Block SID Feature Set v1.00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376732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Opal Family Test Cases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453128"/>
            <a:ext cx="84124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531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다운로드:  trustedcomputinggroup.org/specs/Storage  (전체 무료 제공)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10328"/>
            <a:ext cx="8229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TCG Storage Specification Guide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TCG Storage Security Specifications</dc:title>
  <dc:subject>PptxGenJS Presentation</dc:subject>
  <dc:creator>PptxGenJS</dc:creator>
  <cp:lastModifiedBy>PptxGenJS</cp:lastModifiedBy>
  <cp:revision>1</cp:revision>
  <dcterms:created xsi:type="dcterms:W3CDTF">2026-03-13T12:49:41Z</dcterms:created>
  <dcterms:modified xsi:type="dcterms:W3CDTF">2026-03-13T12:49:41Z</dcterms:modified>
</cp:coreProperties>
</file>